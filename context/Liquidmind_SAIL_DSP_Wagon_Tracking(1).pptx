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Liquidmind: agentic AI for trade and materials movement; DPIIT recognized, Karnataka Elevate grantee, MSTC MoA, active with SAIL RSP.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plant sensing survives WAN outages on its own; cloud side is one normalized stream. On-premise variant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Wagon Tracking &amp; Reporting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Durgapur Steel Plant  ·  Pravartanam Digital Transformation Programme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of iron ore, coal, flux and empty rakes across the DSP rail network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Liquidmind Product Consulting Pvt. Ltd.  ·  Bengaluru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blind spots cost DSP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of rail movements leaves value on the table every shift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Demurrage &amp; detention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rakes exceed free time because no one sees the countdown until the bill arrives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74520"/>
            <a:ext cx="457200" cy="4572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Tippler starvation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3317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Unloading points idle while a loaded rake waits two yards away, unseen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empty turnaround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4348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Empties await formation with no live view, stretching rake cycles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977640"/>
            <a:ext cx="457200" cy="4572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4348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and monthly reports compiled by hand from registers and VHF logs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timestamp problem. Capture the timestamps automatically and the costs become manageable.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eight capabilities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Traffic control room needs, in a single live 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60904" cy="201168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plant rail map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rake on a georeferenced DSP track schematic, colour-coded by commodity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2424" y="1600200"/>
            <a:ext cx="2660904" cy="201168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5304" y="17830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Rake lifecycle tracker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75304" y="246888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handover to return — every stage timestamped automatically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600200"/>
            <a:ext cx="2660904" cy="201168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7830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Dwell &amp; demurrage console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19088" y="246888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Free-time countdown and live cost exposure per rake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9992" y="1600200"/>
            <a:ext cx="2660904" cy="201168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7830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 &amp; congestion prediction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262872" y="246888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arrival forecasts for inbound and internal moves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660904" cy="201168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233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Shift, daily and monthly reports generated, not compiled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92424" y="3840480"/>
            <a:ext cx="2660904" cy="201168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40233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engine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575304" y="470916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halts, free-time breach, tippler starvation — pushed to the right role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3840480"/>
            <a:ext cx="2660904" cy="2011680"/>
          </a:xfrm>
          <a:prstGeom prst="roundRect">
            <a:avLst>
              <a:gd name="adj" fmla="val 3636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40233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338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language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19088" y="470916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ore rakes crossed 6 hours dwell this shift?” — answered instantly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79992" y="3840480"/>
            <a:ext cx="2660904" cy="201168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62872" y="40233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masters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62872" y="470916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Wagon registry, geofence editor, plant SSO and role-based access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actually track wagons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alone fails inside a plant — wagons carry no power. Four sources, fused into one truth.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RFID AEI gantries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664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Wagon identity at every choke point, riding on Indian Railways' own wagon-tagging programme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7121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GNSS on locomotives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8712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 position + rake composition = continuous rake position, even between gantries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782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Wagon-number OCR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407822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read the stencilled number on untagged IR wagons — nothing slips through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852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52852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Weighbridges, FOIS/ULIP and SAP feed in with zero new hardware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554480"/>
            <a:ext cx="3931920" cy="4663440"/>
          </a:xfrm>
          <a:prstGeom prst="roundRect">
            <a:avLst>
              <a:gd name="adj" fmla="val 186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fusion matters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55280" y="237744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sensor covers a steel plant. Tags fail, GPS shadows exist under sheds, cameras get dusty.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sources emit the same event shape, so the platform cross-validates them continuously.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position and identity for every rake that survives any single point of failure.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2600" dirty="0"/>
          </a:p>
        </p:txBody>
      </p:sp>
      <p:pic>
        <p:nvPicPr>
          <p:cNvPr id="3" name="Image 0" descr="/home/claude/DSP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868680"/>
            <a:ext cx="1040587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without disruption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and read-mostly — nothing invasive touches DSP's running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013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V4 services for POs and material masters; unloading confirmations posted back with full audit trail. We hold SAP PartnerEdge authorization.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892808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8013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FOIS / ULIP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0" y="22860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Government of India ULIP API access today. Inbound rakes appear on the dashboard days before they reach the interchange.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133088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041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Weighbridges &amp; SCADA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5262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adapters for serial, OPC-UA or file-drop interfaces — whatever the installed vendor exposes.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133088"/>
            <a:ext cx="256032" cy="25603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4041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IT &amp; security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49440" y="45262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everywhere, plant AD single sign-on, all data resident in India. Full on-premise deployment available if mandated.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site survey to full rollout in about six months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Pilot-first: prove it on one commodity stream before scaling plant-wide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60904" cy="3291840"/>
          </a:xfrm>
          <a:prstGeom prst="roundRect">
            <a:avLst>
              <a:gd name="adj" fmla="val 2749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survey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layout digitised, reader placement plan, integration inventory with C&amp;IT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92424" y="1828800"/>
            <a:ext cx="2660904" cy="3291840"/>
          </a:xfrm>
          <a:prstGeom prst="roundRect">
            <a:avLst>
              <a:gd name="adj" fmla="val 274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20116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4–12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5304" y="239572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corridor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75304" y="306324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stream end-to-end (e.g. iron ore, interchange to tippler): live map, lifecycle, dwell console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98464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2660904" cy="3291840"/>
          </a:xfrm>
          <a:prstGeom prst="roundRect">
            <a:avLst>
              <a:gd name="adj" fmla="val 2749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0116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13–22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19088" y="239572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network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9088" y="306324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commodities and empties, complete gantry set, ETA models, automated MIS, SAP flows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42248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79992" y="1828800"/>
            <a:ext cx="2660904" cy="3291840"/>
          </a:xfrm>
          <a:prstGeom prst="roundRect">
            <a:avLst>
              <a:gd name="adj" fmla="val 2749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20116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20–26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62872" y="239572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&amp; handover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2872" y="306324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queries, congestion prediction, hyper-care, 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is designed to pay for itself: demurrage avoided on one commodity stream typically exceeds the pilot cost.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Liquidmind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inside the SAIL ecosystem, already building for Indian rail logistics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SAIL, already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with SAIL Rourkela Steel Plant under our MoA with MSTC Limited (GoI Mini Ratna) — our RSP solution suite includes a rake movement dashboard for this exact problem class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620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 data rails, live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8620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ULIP API access and FOIS-linked visibility in production use — not a proposal, a capability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325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403250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DPIIT-recognized · Karnataka Elevate 2025 grantee · Aegis Graham Bell Award 2026 · SAP PartnerEdge · NVIDIA Inception · AWS Activate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1149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20293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Procurement-ready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5202936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MSTC empanelment offers a familiar, PSU-compliant contracting route for DSP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Scoping discussion with GM (Traffic)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network layout, rake volumes, existing systems — so our proposal is specific to DSP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Two-day site survey at Durgapur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interchange, yards and tipplers; validate reader placement and connectivity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technical &amp; commercial proposal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Fixed-scope pilot with clear success criteria and PSU-compliant commercial 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Athresh, Founder &amp; CEO  ·  naveen@liquidmind.ai  ·  Srivani Dharwar Vijaya, Co-founder &amp; CTO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2026-08-11T12:27:54Z</dcterms:created>
  <dcterms:modified xsi:type="dcterms:W3CDTF">2026-08-11T12:27:54Z</dcterms:modified>
</cp:coreProperties>
</file>